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87" r:id="rId3"/>
  </p:sldMasterIdLst>
  <p:notesMasterIdLst>
    <p:notesMasterId r:id="rId5"/>
  </p:notesMasterIdLst>
  <p:sldIdLst>
    <p:sldId id="256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6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1F3"/>
    <a:srgbClr val="90C3F4"/>
    <a:srgbClr val="193A5D"/>
    <a:srgbClr val="9FC1F1"/>
    <a:srgbClr val="8D9DAE"/>
    <a:srgbClr val="DFE9F8"/>
    <a:srgbClr val="C0D4F3"/>
    <a:srgbClr val="1F4773"/>
    <a:srgbClr val="F7F7F7"/>
    <a:srgbClr val="193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89829" autoAdjust="0"/>
  </p:normalViewPr>
  <p:slideViewPr>
    <p:cSldViewPr snapToGrid="0" showGuides="1">
      <p:cViewPr varScale="1">
        <p:scale>
          <a:sx n="79" d="100"/>
          <a:sy n="79" d="100"/>
        </p:scale>
        <p:origin x="531" y="51"/>
      </p:cViewPr>
      <p:guideLst>
        <p:guide orient="horz" pos="1546"/>
        <p:guide pos="37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28A30-6942-45B9-BDA3-CE06E8D47C9A}" type="datetimeFigureOut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2026/5/10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44F25-971A-4988-8BFD-ED1440144595}" type="slidenum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‹#›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700" y="647700"/>
            <a:ext cx="10896600" cy="55626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9" name="矩形 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820172" y="753800"/>
            <a:ext cx="0" cy="5350401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36141" y="809444"/>
            <a:ext cx="10719719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11386027" y="757673"/>
            <a:ext cx="0" cy="5342654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 rot="10800000">
            <a:off x="233318" y="205548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34" name="组合 33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2" name="组合 41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3" name="椭圆 42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9" name="椭圆 38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8" name="椭圆 37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cxnSp>
        <p:nvCxnSpPr>
          <p:cNvPr id="47" name="直接连接符 46"/>
          <p:cNvCxnSpPr/>
          <p:nvPr userDrawn="1"/>
        </p:nvCxnSpPr>
        <p:spPr>
          <a:xfrm>
            <a:off x="738633" y="6022975"/>
            <a:ext cx="10714734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699" y="0"/>
            <a:ext cx="4591682" cy="68580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5400000">
            <a:off x="73567" y="404367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80" name="组合 79"/>
          <p:cNvGrpSpPr/>
          <p:nvPr userDrawn="1"/>
        </p:nvGrpSpPr>
        <p:grpSpPr>
          <a:xfrm>
            <a:off x="864932" y="232313"/>
            <a:ext cx="4157217" cy="6457412"/>
            <a:chOff x="871643" y="252414"/>
            <a:chExt cx="4157217" cy="645741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876296" y="322792"/>
              <a:ext cx="4150183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 userDrawn="1"/>
          </p:nvCxnSpPr>
          <p:spPr>
            <a:xfrm>
              <a:off x="871643" y="6608196"/>
              <a:ext cx="4157217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/>
            <p:cNvGrpSpPr/>
            <p:nvPr userDrawn="1"/>
          </p:nvGrpSpPr>
          <p:grpSpPr>
            <a:xfrm>
              <a:off x="950801" y="252414"/>
              <a:ext cx="3992022" cy="6457412"/>
              <a:chOff x="950801" y="252414"/>
              <a:chExt cx="3992022" cy="540399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950801" y="252414"/>
                <a:ext cx="0" cy="5403992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 userDrawn="1"/>
            </p:nvCxnSpPr>
            <p:spPr>
              <a:xfrm>
                <a:off x="4942823" y="256287"/>
                <a:ext cx="0" cy="5342654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组合 61"/>
          <p:cNvGrpSpPr/>
          <p:nvPr userDrawn="1"/>
        </p:nvGrpSpPr>
        <p:grpSpPr>
          <a:xfrm flipH="1" flipV="1">
            <a:off x="5239381" y="388811"/>
            <a:ext cx="647695" cy="3454155"/>
            <a:chOff x="0" y="2756145"/>
            <a:chExt cx="647695" cy="3454155"/>
          </a:xfrm>
        </p:grpSpPr>
        <p:sp>
          <p:nvSpPr>
            <p:cNvPr id="63" name="矩形 6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4" name="直接连接符 6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299862"/>
            <a:ext cx="12192000" cy="4258277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5822074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43" name="组合 42"/>
          <p:cNvGrpSpPr/>
          <p:nvPr userDrawn="1"/>
        </p:nvGrpSpPr>
        <p:grpSpPr>
          <a:xfrm rot="10800000">
            <a:off x="233318" y="789131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44" name="组合 43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53" name="组合 52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5" name="椭圆 54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54" name="椭圆 53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6" name="组合 45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9" name="椭圆 48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58" name="组合 5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59" name="矩形 5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矩形 6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79" name="组合 78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81" name="矩形 80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矩形 82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205548"/>
            <a:ext cx="721742" cy="6652452"/>
            <a:chOff x="0" y="205548"/>
            <a:chExt cx="721742" cy="6652452"/>
          </a:xfrm>
        </p:grpSpPr>
        <p:sp>
          <p:nvSpPr>
            <p:cNvPr id="90" name="矩形 89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9" name="矩形 88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8" name="矩形 87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37" name="组合 36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38" name="组合 37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64" name="椭圆 6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65" name="椭圆 6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80" name="椭圆 79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63" name="椭圆 6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40" name="组合 39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42" name="椭圆 41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7" name="椭圆 46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8" name="椭圆 47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41" name="椭圆 40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84" name="组合 83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86" name="直接连接符 85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矩形 86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91" name="组合 90"/>
          <p:cNvGrpSpPr/>
          <p:nvPr userDrawn="1"/>
        </p:nvGrpSpPr>
        <p:grpSpPr>
          <a:xfrm flipH="1" flipV="1">
            <a:off x="11467042" y="0"/>
            <a:ext cx="721742" cy="6652452"/>
            <a:chOff x="0" y="205548"/>
            <a:chExt cx="721742" cy="6652452"/>
          </a:xfrm>
        </p:grpSpPr>
        <p:sp>
          <p:nvSpPr>
            <p:cNvPr id="92" name="矩形 91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3" name="矩形 92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4" name="矩形 93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95" name="组合 94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100" name="组合 99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7" name="组合 106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9" name="椭圆 108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0" name="椭圆 109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1" name="椭圆 110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8" name="椭圆 107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2" name="组合 10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4" name="椭圆 10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5" name="椭圆 10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6" name="椭圆 105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3" name="椭圆 10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96" name="组合 95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98" name="直接连接符 97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矩形 98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33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8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93D2807F-E77D-47AF-BE97-7F279468F5B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5991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M0ZGRiNGFjMzkzZWVjNjQxMDJlMzkyNDg0ZmE4Y2Q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自定义 1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66BE8"/>
      </a:accent1>
      <a:accent2>
        <a:srgbClr val="73A6F2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31s3s1st">
      <a:majorFont>
        <a:latin typeface="OPPOSans B"/>
        <a:ea typeface="OPPOSans R"/>
        <a:cs typeface=""/>
      </a:majorFont>
      <a:minorFont>
        <a:latin typeface="OPPOSans B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OPPOSans R</vt:lpstr>
      <vt:lpstr>思源黑体 Normal</vt:lpstr>
      <vt:lpstr>微软雅黑</vt:lpstr>
      <vt:lpstr>Arial</vt:lpstr>
      <vt:lpstr>第一PPT，www.1ppt.com</vt:lpstr>
      <vt:lpstr>第一PPT，www.1ppt.com 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自我介绍</dc:title>
  <dc:creator>Jiaze Liu</dc:creator>
  <cp:keywords>www.1ppt.com</cp:keywords>
  <dc:description>www.1ppt.com</dc:description>
  <cp:lastModifiedBy>Jiaze Liu</cp:lastModifiedBy>
  <cp:revision>236</cp:revision>
  <dcterms:created xsi:type="dcterms:W3CDTF">2021-05-31T01:54:00Z</dcterms:created>
  <dcterms:modified xsi:type="dcterms:W3CDTF">2026-05-10T09:31:18Z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B531B7DEF71547C5A317E51F03D3C376_12</vt:lpwstr>
  </property>
  <property fmtid="{D5CDD505-2E9C-101B-9397-08002B2CF9AE}" pid="3" name="KSOProductBuildVer">
    <vt:lpwstr>2052-12.1.0.23542</vt:lpwstr>
  </property>
</Properties>
</file>